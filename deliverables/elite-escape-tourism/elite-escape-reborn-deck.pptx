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slide: real orbit/'e' mark recreated in-deck (gradient approximated via interpolated arc segments), navy-to-cyan brand gradient background. Companion piece to the animated HTML scrollytelling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findings from live web search: eliteescapetourism.com is currently indexed serving unrelated Japanese resale listings via /goods.php and /shop.php, plus an orphan WordPress category. Framed as a factual, motivating exhibit rather than an accusation.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Grounds the pitch in Elite Escape's real service lines (from eliteescapetourism.com) so the transformation reads as specific to their business, not a generic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value props + response-time stats. Right: WhatsApp-style concierge mockup echoing the animated chat bubble in the HTML version, minus the typing-dots animation which doesn't translate to static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before/after rows condensed from the HTML version's comparison section, each half styled to echo the light 'before' / dark navy 'after' treatment used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Framed explicitly as a 30-day target/scoreboard, not results already delivered — matches the honesty note carried in the HTML artifact's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tiers match the HTML artifact's offer section; Growth tier lifted and highlighted as in the artifact's card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bookend mirroring the hero: same orbit mark, real contact details from eliteescapetourism.com/contact-us-2/.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0F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91695" cy="146304"/>
          </a:xfrm>
          <a:prstGeom prst="rect">
            <a:avLst/>
          </a:prstGeom>
          <a:solidFill>
            <a:srgbClr val="0A0F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"/>
            <a:ext cx="12191695" cy="146304"/>
          </a:xfrm>
          <a:prstGeom prst="rect">
            <a:avLst/>
          </a:prstGeom>
          <a:solidFill>
            <a:srgbClr val="0A0F2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"/>
            <a:ext cx="12191695" cy="146304"/>
          </a:xfrm>
          <a:prstGeom prst="rect">
            <a:avLst/>
          </a:prstGeom>
          <a:solidFill>
            <a:srgbClr val="0A1029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"/>
            <a:ext cx="12191695" cy="146304"/>
          </a:xfrm>
          <a:prstGeom prst="rect">
            <a:avLst/>
          </a:prstGeom>
          <a:solidFill>
            <a:srgbClr val="0B10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5800"/>
            <a:ext cx="12191695" cy="146304"/>
          </a:xfrm>
          <a:prstGeom prst="rect">
            <a:avLst/>
          </a:prstGeom>
          <a:solidFill>
            <a:srgbClr val="0B102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22960"/>
            <a:ext cx="12191695" cy="146304"/>
          </a:xfrm>
          <a:prstGeom prst="rect">
            <a:avLst/>
          </a:prstGeom>
          <a:solidFill>
            <a:srgbClr val="0B102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2191695" cy="146304"/>
          </a:xfrm>
          <a:prstGeom prst="rect">
            <a:avLst/>
          </a:prstGeom>
          <a:solidFill>
            <a:srgbClr val="0B112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097280"/>
            <a:ext cx="12191695" cy="146304"/>
          </a:xfrm>
          <a:prstGeom prst="rect">
            <a:avLst/>
          </a:prstGeom>
          <a:solidFill>
            <a:srgbClr val="0B112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234440"/>
            <a:ext cx="12191695" cy="146304"/>
          </a:xfrm>
          <a:prstGeom prst="rect">
            <a:avLst/>
          </a:prstGeom>
          <a:solidFill>
            <a:srgbClr val="0B112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371600"/>
            <a:ext cx="12191695" cy="146304"/>
          </a:xfrm>
          <a:prstGeom prst="rect">
            <a:avLst/>
          </a:prstGeom>
          <a:solidFill>
            <a:srgbClr val="0B112D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508760"/>
            <a:ext cx="12191695" cy="146304"/>
          </a:xfrm>
          <a:prstGeom prst="rect">
            <a:avLst/>
          </a:prstGeom>
          <a:solidFill>
            <a:srgbClr val="0C112D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12191695" cy="146304"/>
          </a:xfrm>
          <a:prstGeom prst="rect">
            <a:avLst/>
          </a:prstGeom>
          <a:solidFill>
            <a:srgbClr val="0C12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1783080"/>
            <a:ext cx="12191695" cy="146304"/>
          </a:xfrm>
          <a:prstGeom prst="rect">
            <a:avLst/>
          </a:prstGeom>
          <a:solidFill>
            <a:srgbClr val="0C122E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920240"/>
            <a:ext cx="12191695" cy="146304"/>
          </a:xfrm>
          <a:prstGeom prst="rect">
            <a:avLst/>
          </a:prstGeom>
          <a:solidFill>
            <a:srgbClr val="0C122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057400"/>
            <a:ext cx="12191695" cy="146304"/>
          </a:xfrm>
          <a:prstGeom prst="rect">
            <a:avLst/>
          </a:prstGeom>
          <a:solidFill>
            <a:srgbClr val="0C122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194560"/>
            <a:ext cx="12191695" cy="146304"/>
          </a:xfrm>
          <a:prstGeom prst="rect">
            <a:avLst/>
          </a:prstGeom>
          <a:solidFill>
            <a:srgbClr val="0C1330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331720"/>
            <a:ext cx="12191695" cy="146304"/>
          </a:xfrm>
          <a:prstGeom prst="rect">
            <a:avLst/>
          </a:prstGeom>
          <a:solidFill>
            <a:srgbClr val="0C133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468880"/>
            <a:ext cx="12191695" cy="146304"/>
          </a:xfrm>
          <a:prstGeom prst="rect">
            <a:avLst/>
          </a:prstGeom>
          <a:solidFill>
            <a:srgbClr val="0D1330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2606040"/>
            <a:ext cx="12191695" cy="146304"/>
          </a:xfrm>
          <a:prstGeom prst="rect">
            <a:avLst/>
          </a:prstGeom>
          <a:solidFill>
            <a:srgbClr val="0D1331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43200"/>
            <a:ext cx="12191695" cy="146304"/>
          </a:xfrm>
          <a:prstGeom prst="rect">
            <a:avLst/>
          </a:prstGeom>
          <a:solidFill>
            <a:srgbClr val="0D133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2880360"/>
            <a:ext cx="12191695" cy="146304"/>
          </a:xfrm>
          <a:prstGeom prst="rect">
            <a:avLst/>
          </a:prstGeom>
          <a:solidFill>
            <a:srgbClr val="0D1432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017520"/>
            <a:ext cx="12191695" cy="146304"/>
          </a:xfrm>
          <a:prstGeom prst="rect">
            <a:avLst/>
          </a:prstGeom>
          <a:solidFill>
            <a:srgbClr val="0D1432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154680"/>
            <a:ext cx="12191695" cy="146304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146304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429000"/>
            <a:ext cx="12191695" cy="146304"/>
          </a:xfrm>
          <a:prstGeom prst="rect">
            <a:avLst/>
          </a:prstGeom>
          <a:solidFill>
            <a:srgbClr val="0E1534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3566160"/>
            <a:ext cx="12191695" cy="146304"/>
          </a:xfrm>
          <a:prstGeom prst="rect">
            <a:avLst/>
          </a:prstGeom>
          <a:solidFill>
            <a:srgbClr val="0E1534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703320"/>
            <a:ext cx="12191695" cy="146304"/>
          </a:xfrm>
          <a:prstGeom prst="rect">
            <a:avLst/>
          </a:prstGeom>
          <a:solidFill>
            <a:srgbClr val="0E1535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146304"/>
          </a:xfrm>
          <a:prstGeom prst="rect">
            <a:avLst/>
          </a:prstGeom>
          <a:solidFill>
            <a:srgbClr val="0E1535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146304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114800"/>
            <a:ext cx="12191695" cy="146304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251960"/>
            <a:ext cx="12191695" cy="146304"/>
          </a:xfrm>
          <a:prstGeom prst="rect">
            <a:avLst/>
          </a:prstGeom>
          <a:solidFill>
            <a:srgbClr val="0E1637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389120"/>
            <a:ext cx="12191695" cy="146304"/>
          </a:xfrm>
          <a:prstGeom prst="rect">
            <a:avLst/>
          </a:prstGeom>
          <a:solidFill>
            <a:srgbClr val="0F1637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526280"/>
            <a:ext cx="12191695" cy="146304"/>
          </a:xfrm>
          <a:prstGeom prst="rect">
            <a:avLst/>
          </a:prstGeom>
          <a:solidFill>
            <a:srgbClr val="0F1637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12191695" cy="146304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4800600"/>
            <a:ext cx="12191695" cy="146304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937760"/>
            <a:ext cx="12191695" cy="146304"/>
          </a:xfrm>
          <a:prstGeom prst="rect">
            <a:avLst/>
          </a:prstGeom>
          <a:solidFill>
            <a:srgbClr val="0F173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5074920"/>
            <a:ext cx="12191695" cy="146304"/>
          </a:xfrm>
          <a:prstGeom prst="rect">
            <a:avLst/>
          </a:prstGeom>
          <a:solidFill>
            <a:srgbClr val="0F1739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212080"/>
            <a:ext cx="12191695" cy="146304"/>
          </a:xfrm>
          <a:prstGeom prst="rect">
            <a:avLst/>
          </a:prstGeom>
          <a:solidFill>
            <a:srgbClr val="0F183A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349240"/>
            <a:ext cx="12191695" cy="146304"/>
          </a:xfrm>
          <a:prstGeom prst="rect">
            <a:avLst/>
          </a:prstGeom>
          <a:solidFill>
            <a:srgbClr val="10183A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146304"/>
          </a:xfrm>
          <a:prstGeom prst="rect">
            <a:avLst/>
          </a:prstGeom>
          <a:solidFill>
            <a:srgbClr val="10183B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623560"/>
            <a:ext cx="12191695" cy="146304"/>
          </a:xfrm>
          <a:prstGeom prst="rect">
            <a:avLst/>
          </a:prstGeom>
          <a:solidFill>
            <a:srgbClr val="10183B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5760720"/>
            <a:ext cx="12191695" cy="146304"/>
          </a:xfrm>
          <a:prstGeom prst="rect">
            <a:avLst/>
          </a:prstGeom>
          <a:solidFill>
            <a:srgbClr val="10183C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5897880"/>
            <a:ext cx="12191695" cy="146304"/>
          </a:xfrm>
          <a:prstGeom prst="rect">
            <a:avLst/>
          </a:prstGeom>
          <a:solidFill>
            <a:srgbClr val="10193C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035040"/>
            <a:ext cx="12191695" cy="146304"/>
          </a:xfrm>
          <a:prstGeom prst="rect">
            <a:avLst/>
          </a:prstGeom>
          <a:solidFill>
            <a:srgbClr val="10193D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172200"/>
            <a:ext cx="12191695" cy="146304"/>
          </a:xfrm>
          <a:prstGeom prst="rect">
            <a:avLst/>
          </a:prstGeom>
          <a:solidFill>
            <a:srgbClr val="10193D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146304"/>
          </a:xfrm>
          <a:prstGeom prst="rect">
            <a:avLst/>
          </a:prstGeom>
          <a:solidFill>
            <a:srgbClr val="11193E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446520"/>
            <a:ext cx="12191695" cy="146304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6583680"/>
            <a:ext cx="12191695" cy="146304"/>
          </a:xfrm>
          <a:prstGeom prst="rect">
            <a:avLst/>
          </a:prstGeom>
          <a:solidFill>
            <a:srgbClr val="111A3F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720840"/>
            <a:ext cx="12191695" cy="146304"/>
          </a:xfrm>
          <a:prstGeom prst="rect">
            <a:avLst/>
          </a:prstGeom>
          <a:solidFill>
            <a:srgbClr val="111A3F"/>
          </a:solidFill>
          <a:ln/>
        </p:spPr>
      </p:sp>
      <p:sp>
        <p:nvSpPr>
          <p:cNvPr id="52" name="Shape 50"/>
          <p:cNvSpPr/>
          <p:nvPr/>
        </p:nvSpPr>
        <p:spPr>
          <a:xfrm>
            <a:off x="-2743200" y="3840480"/>
            <a:ext cx="8229600" cy="8229600"/>
          </a:xfrm>
          <a:prstGeom prst="ellipse">
            <a:avLst/>
          </a:prstGeom>
          <a:solidFill>
            <a:srgbClr val="2F5FE0">
              <a:alpha val="1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86800" y="-3200400"/>
            <a:ext cx="6400800" cy="6400800"/>
          </a:xfrm>
          <a:prstGeom prst="ellipse">
            <a:avLst/>
          </a:prstGeom>
          <a:solidFill>
            <a:srgbClr val="3FD0F0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240000"/>
              <a:gd name="adj2" fmla="val 1422000"/>
            </a:avLst>
          </a:prstGeom>
          <a:ln w="249631">
            <a:solidFill>
              <a:srgbClr val="1D348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350000"/>
              <a:gd name="adj2" fmla="val 2532000"/>
            </a:avLst>
          </a:prstGeom>
          <a:ln w="249631">
            <a:solidFill>
              <a:srgbClr val="1F3E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2460000"/>
              <a:gd name="adj2" fmla="val 3642000"/>
            </a:avLst>
          </a:prstGeom>
          <a:ln w="249631">
            <a:solidFill>
              <a:srgbClr val="21489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3570000"/>
              <a:gd name="adj2" fmla="val 4752000"/>
            </a:avLst>
          </a:prstGeom>
          <a:ln w="249631">
            <a:solidFill>
              <a:srgbClr val="24529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4680000"/>
              <a:gd name="adj2" fmla="val 5862000"/>
            </a:avLst>
          </a:prstGeom>
          <a:ln w="249631">
            <a:solidFill>
              <a:srgbClr val="265CA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5790000"/>
              <a:gd name="adj2" fmla="val 6972000"/>
            </a:avLst>
          </a:prstGeom>
          <a:ln w="249631">
            <a:solidFill>
              <a:srgbClr val="2866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6900000"/>
              <a:gd name="adj2" fmla="val 8082000"/>
            </a:avLst>
          </a:prstGeom>
          <a:ln w="249631">
            <a:solidFill>
              <a:srgbClr val="2A70A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8010000"/>
              <a:gd name="adj2" fmla="val 9192000"/>
            </a:avLst>
          </a:prstGeom>
          <a:ln w="249631">
            <a:solidFill>
              <a:srgbClr val="2C7AB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9120000"/>
              <a:gd name="adj2" fmla="val 10302000"/>
            </a:avLst>
          </a:prstGeom>
          <a:ln w="249631">
            <a:solidFill>
              <a:srgbClr val="2F85B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0230000"/>
              <a:gd name="adj2" fmla="val 11412000"/>
            </a:avLst>
          </a:prstGeom>
          <a:ln w="249631">
            <a:solidFill>
              <a:srgbClr val="318FC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1340000"/>
              <a:gd name="adj2" fmla="val 12522000"/>
            </a:avLst>
          </a:prstGeom>
          <a:ln w="249631">
            <a:solidFill>
              <a:srgbClr val="3399C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2450000"/>
              <a:gd name="adj2" fmla="val 13632000"/>
            </a:avLst>
          </a:prstGeom>
          <a:ln w="249631">
            <a:solidFill>
              <a:srgbClr val="35A3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3560000"/>
              <a:gd name="adj2" fmla="val 14742000"/>
            </a:avLst>
          </a:prstGeom>
          <a:ln w="249631">
            <a:solidFill>
              <a:srgbClr val="37AD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4670000"/>
              <a:gd name="adj2" fmla="val 15852000"/>
            </a:avLst>
          </a:prstGeom>
          <a:ln w="249631">
            <a:solidFill>
              <a:srgbClr val="3AB7D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5780000"/>
              <a:gd name="adj2" fmla="val 16962000"/>
            </a:avLst>
          </a:prstGeom>
          <a:ln w="249631">
            <a:solidFill>
              <a:srgbClr val="3CC1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38928" y="685800"/>
            <a:ext cx="1920240" cy="1920240"/>
          </a:xfrm>
          <a:prstGeom prst="arc">
            <a:avLst>
              <a:gd name="adj1" fmla="val 16890000"/>
              <a:gd name="adj2" fmla="val 18072000"/>
            </a:avLst>
          </a:prstGeom>
          <a:ln w="249631">
            <a:solidFill>
              <a:srgbClr val="3ECB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12000000">
            <a:off x="5254142" y="1799539"/>
            <a:ext cx="326441" cy="384048"/>
          </a:xfrm>
          <a:prstGeom prst="triangle">
            <a:avLst/>
          </a:prstGeom>
          <a:solidFill>
            <a:srgbClr val="3FD0F0"/>
          </a:solidFill>
          <a:ln/>
        </p:spPr>
      </p:sp>
      <p:sp>
        <p:nvSpPr>
          <p:cNvPr id="71" name="Text 69"/>
          <p:cNvSpPr/>
          <p:nvPr/>
        </p:nvSpPr>
        <p:spPr>
          <a:xfrm>
            <a:off x="914400" y="27889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DIGITALBURJ TRANSFORMATION PROPOSAL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14400" y="3200400"/>
            <a:ext cx="10360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Escape Tourism is live.
</a:t>
            </a:r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is the malware </a:t>
            </a:r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golf clubs on your domain.</a:t>
            </a:r>
            <a:endParaRPr lang="en-US" sz="3400" dirty="0"/>
          </a:p>
        </p:txBody>
      </p:sp>
      <p:sp>
        <p:nvSpPr>
          <p:cNvPr id="73" name="Text 71"/>
          <p:cNvSpPr/>
          <p:nvPr/>
        </p:nvSpPr>
        <p:spPr>
          <a:xfrm>
            <a:off x="1645920" y="516636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cinematic look at what's actually indexed on eliteescapetourism.com right now — and the rebuild waiting on the other side of it.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 — FOUND IN THE WILD,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Google indexes today.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live routes on your own domain — none of them yours, all still resolving.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3032" cy="3959352"/>
          </a:xfrm>
          <a:prstGeom prst="roundRect">
            <a:avLst>
              <a:gd name="adj" fmla="val 2771"/>
            </a:avLst>
          </a:prstGeom>
          <a:solidFill>
            <a:srgbClr val="10193F"/>
          </a:solidFill>
          <a:ln w="12700">
            <a:solidFill>
              <a:srgbClr val="2730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2313432"/>
            <a:ext cx="91440" cy="91440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0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F6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YOUR DOMAIN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6151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26151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eliteescapetourism.com</a:t>
            </a:r>
            <a:pPr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/goods.php?items/J87408852/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03920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resale · loop pedal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3090672"/>
            <a:ext cx="10177272" cy="0"/>
          </a:xfrm>
          <a:prstGeom prst="line">
            <a:avLst/>
          </a:prstGeom>
          <a:noFill/>
          <a:ln w="9525">
            <a:solidFill>
              <a:srgbClr val="222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31455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eliteescapetourism.com</a:t>
            </a:r>
            <a:pPr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/goods.php?items/T278471438/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0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resale · women's jacket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621024"/>
            <a:ext cx="10177272" cy="0"/>
          </a:xfrm>
          <a:prstGeom prst="line">
            <a:avLst/>
          </a:prstGeom>
          <a:noFill/>
          <a:ln w="9525">
            <a:solidFill>
              <a:srgbClr val="222B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3675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eliteescapetourism.com</a:t>
            </a:r>
            <a:pPr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/shop.php?detail/160323604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resale · sleeping mat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4151376"/>
            <a:ext cx="10177272" cy="0"/>
          </a:xfrm>
          <a:prstGeom prst="line">
            <a:avLst/>
          </a:prstGeom>
          <a:noFill/>
          <a:ln w="9525">
            <a:solidFill>
              <a:srgbClr val="222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4206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eliteescapetourism.com</a:t>
            </a:r>
            <a:pPr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/shop.php?detail/279079414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resale · streetwear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5840" y="4681728"/>
            <a:ext cx="10177272" cy="0"/>
          </a:xfrm>
          <a:prstGeom prst="line">
            <a:avLst/>
          </a:prstGeom>
          <a:noFill/>
          <a:ln w="9525">
            <a:solidFill>
              <a:srgbClr val="222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736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08760" y="47365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eliteescapetourism.com</a:t>
            </a:r>
            <a:pPr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/shop.php?detail/102403900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 resale · golf driver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" y="5212080"/>
            <a:ext cx="10177272" cy="0"/>
          </a:xfrm>
          <a:prstGeom prst="line">
            <a:avLst/>
          </a:prstGeom>
          <a:noFill/>
          <a:ln w="9525">
            <a:solidFill>
              <a:srgbClr val="222B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266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08760" y="52669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eliteescapetourism.com</a:t>
            </a:r>
            <a:pPr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/category/hetxpand-com/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5266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 taxonomy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FIX ANYTHING, THIS IS WHAT YOU SELL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business, understood.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  <a:effectLst>
            <a:outerShdw sx="100000" sy="100000" kx="0" ky="0" algn="bl" rotWithShape="0" blurRad="177800" dist="63500" dir="5400000">
              <a:srgbClr val="1B2E7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EAF2FE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231136"/>
            <a:ext cx="201168" cy="201168"/>
          </a:xfrm>
          <a:prstGeom prst="ellipse">
            <a:avLst/>
          </a:prstGeom>
          <a:ln w="19050">
            <a:solidFill>
              <a:srgbClr val="2F5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holidays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3319272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739896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6667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4160520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087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581144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507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Paris, France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34290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  <a:effectLst>
            <a:outerShdw sx="100000" sy="100000" kx="0" ky="0" algn="bl" rotWithShape="0" blurRad="177800" dist="63500" dir="5400000">
              <a:srgbClr val="1B2E7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EAF2F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0016" y="2231136"/>
            <a:ext cx="201168" cy="201168"/>
          </a:xfrm>
          <a:prstGeom prst="ellipse">
            <a:avLst/>
          </a:prstGeom>
          <a:ln w="19050">
            <a:solidFill>
              <a:srgbClr val="2F5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 attractions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90288" y="3319272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Desert safaris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0288" y="3739896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36667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tours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90288" y="4160520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4087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parks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90288" y="4581144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4507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Iconic landmarks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1828800"/>
            <a:ext cx="34290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  <a:effectLst>
            <a:outerShdw sx="100000" sy="100000" kx="0" ky="0" algn="bl" rotWithShape="0" blurRad="177800" dist="63500" dir="5400000">
              <a:srgbClr val="1B2E7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2103120"/>
            <a:ext cx="457200" cy="457200"/>
          </a:xfrm>
          <a:prstGeom prst="ellipse">
            <a:avLst/>
          </a:prstGeom>
          <a:solidFill>
            <a:srgbClr val="EAF2FE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2231136"/>
            <a:ext cx="201168" cy="201168"/>
          </a:xfrm>
          <a:prstGeom prst="ellipse">
            <a:avLst/>
          </a:prstGeom>
          <a:ln w="19050">
            <a:solidFill>
              <a:srgbClr val="2F5F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logistics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247888" y="3319272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33" name="Text 31"/>
          <p:cNvSpPr/>
          <p:nvPr/>
        </p:nvSpPr>
        <p:spPr>
          <a:xfrm>
            <a:off x="8430768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visa services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47888" y="3739896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35" name="Text 33"/>
          <p:cNvSpPr/>
          <p:nvPr/>
        </p:nvSpPr>
        <p:spPr>
          <a:xfrm>
            <a:off x="8430768" y="36667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transfers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47888" y="4160520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37" name="Text 35"/>
          <p:cNvSpPr/>
          <p:nvPr/>
        </p:nvSpPr>
        <p:spPr>
          <a:xfrm>
            <a:off x="8430768" y="4087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insurance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47888" y="4581144"/>
            <a:ext cx="64008" cy="64008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39" name="Text 37"/>
          <p:cNvSpPr/>
          <p:nvPr/>
        </p:nvSpPr>
        <p:spPr>
          <a:xfrm>
            <a:off x="8430768" y="4507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car rentals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305, Damas Dubai Tower, Rigga Al Buteen, Dubai, UAE  ·  +971 55 575 3133  ·  inquiries@eliteescapetourism.com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FIX, PART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concierge that never logs off.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gets a first reply before the guest puts their phone down. A human takes over the moment it gets specific.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2F5F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6426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in the guest's own language, instantly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9169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Instagram DM and the contact form — one place.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410712"/>
            <a:ext cx="256032" cy="256032"/>
          </a:xfrm>
          <a:prstGeom prst="ellipse">
            <a:avLst/>
          </a:prstGeom>
          <a:solidFill>
            <a:srgbClr val="2F5F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Pre-qualifies before a human sees 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Dates, party size and budget captured up front.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256032" cy="256032"/>
          </a:xfrm>
          <a:prstGeom prst="ellipse">
            <a:avLst/>
          </a:prstGeom>
          <a:solidFill>
            <a:srgbClr val="2F5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lives in someone's personal phone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owner dashboard — every thread, always visible.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&lt;5min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reply, day or night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516636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60604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triaged pre-human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89120" y="5166360"/>
            <a:ext cx="1737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5257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48056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zero missed DMs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5120" y="914400"/>
            <a:ext cx="4297680" cy="5394960"/>
          </a:xfrm>
          <a:prstGeom prst="roundRect">
            <a:avLst>
              <a:gd name="adj" fmla="val 5957"/>
            </a:avLst>
          </a:prstGeom>
          <a:solidFill>
            <a:srgbClr val="0D1330"/>
          </a:solidFill>
          <a:ln/>
          <a:effectLst>
            <a:outerShdw sx="100000" sy="100000" kx="0" ky="0" algn="bl" rotWithShape="0" blurRad="330200" dist="127000" dir="5400000">
              <a:srgbClr val="10193f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8360" y="74980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8D39F"/>
          </a:solidFill>
          <a:ln/>
        </p:spPr>
      </p:sp>
      <p:sp>
        <p:nvSpPr>
          <p:cNvPr id="28" name="Text 26"/>
          <p:cNvSpPr/>
          <p:nvPr/>
        </p:nvSpPr>
        <p:spPr>
          <a:xfrm>
            <a:off x="9738360" y="749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95160" y="1234440"/>
            <a:ext cx="365760" cy="365760"/>
          </a:xfrm>
          <a:prstGeom prst="ellipse">
            <a:avLst/>
          </a:prstGeom>
          <a:solidFill>
            <a:srgbClr val="3FD0F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Escape Concierge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1444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· online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828800"/>
            <a:ext cx="3749040" cy="0"/>
          </a:xfrm>
          <a:prstGeom prst="line">
            <a:avLst/>
          </a:prstGeom>
          <a:noFill/>
          <a:ln w="12700">
            <a:solidFill>
              <a:srgbClr val="2230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05740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1A2454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 need a transit visa for a 5-hour layover in Dubai?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80960" y="288036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2F5FE0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2971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transit visa needed under 8 hours if you don't leave the airport — happy to confirm for your nationality.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9440" y="402336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1A2454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40782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passport, landing from Bali on the 14th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FIX, PART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around what you actually sell.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08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7F1E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1463040"/>
            <a:ext cx="5513832" cy="1097280"/>
          </a:xfrm>
          <a:prstGeom prst="roundRect">
            <a:avLst>
              <a:gd name="adj" fmla="val 11667"/>
            </a:avLst>
          </a:prstGeom>
          <a:solidFill>
            <a:srgbClr val="0D1330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62763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DFD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27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1248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&amp; hierarchy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theme type, one size for every heading, packages competing with spam posts for attention.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6208" y="162763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1E2C5F"/>
          </a:solidFill>
          <a:ln/>
        </p:spPr>
      </p:sp>
      <p:sp>
        <p:nvSpPr>
          <p:cNvPr id="12" name="Text 10"/>
          <p:cNvSpPr/>
          <p:nvPr/>
        </p:nvSpPr>
        <p:spPr>
          <a:xfrm>
            <a:off x="6236208" y="1627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36208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&amp; hierarchy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36208" y="217627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scale your Bali, Russia, UK and Paris packages can stand under.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5176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7F1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651760"/>
            <a:ext cx="5513832" cy="1097280"/>
          </a:xfrm>
          <a:prstGeom prst="roundRect">
            <a:avLst>
              <a:gd name="adj" fmla="val 11667"/>
            </a:avLst>
          </a:prstGeom>
          <a:solidFill>
            <a:srgbClr val="0D1330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281635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DFD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2816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33649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/goods.php and /shop.php still resolve. An orphan WordPress category nobody remembers creating.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36208" y="281635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1E2C5F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2816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36208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36208" y="336499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route accounted for — no orphan pages, no legacy scripts serving someone else's inventory.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10908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84048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7F1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3840480"/>
            <a:ext cx="5513832" cy="1097280"/>
          </a:xfrm>
          <a:prstGeom prst="roundRect">
            <a:avLst>
              <a:gd name="adj" fmla="val 11667"/>
            </a:avLst>
          </a:prstGeom>
          <a:solidFill>
            <a:srgbClr val="0D1330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" y="400507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DFD5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0050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41248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copy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" y="455371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"Starting From AED 4000 AED 5000 AED 4000 Per Person" — three prices, one line, zero confidence.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36208" y="400507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1E2C5F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4005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36208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copy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36208" y="455371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AED 4,000 per person — 6 nights, hotel + breakfast." One number, everything it includes.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5029200"/>
            <a:ext cx="10908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BE2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502920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7F1EC"/>
          </a:solidFill>
          <a:ln/>
        </p:spPr>
      </p:sp>
      <p:sp>
        <p:nvSpPr>
          <p:cNvPr id="39" name="Shape 37"/>
          <p:cNvSpPr/>
          <p:nvPr/>
        </p:nvSpPr>
        <p:spPr>
          <a:xfrm>
            <a:off x="6035040" y="5029200"/>
            <a:ext cx="5513832" cy="1097280"/>
          </a:xfrm>
          <a:prstGeom prst="roundRect">
            <a:avLst>
              <a:gd name="adj" fmla="val 11667"/>
            </a:avLst>
          </a:prstGeom>
          <a:solidFill>
            <a:srgbClr val="0D1330"/>
          </a:solidFill>
          <a:ln/>
        </p:spPr>
      </p:sp>
      <p:sp>
        <p:nvSpPr>
          <p:cNvPr id="40" name="Shape 38"/>
          <p:cNvSpPr/>
          <p:nvPr/>
        </p:nvSpPr>
        <p:spPr>
          <a:xfrm>
            <a:off x="841248" y="51937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DFD5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5193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41248" y="5486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signals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41248" y="57424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5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visible license or security marks — on a domain currently indexed selling secondhand golf clubs.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1E2C5F"/>
          </a:solidFill>
          <a:ln/>
        </p:spPr>
      </p:sp>
      <p:sp>
        <p:nvSpPr>
          <p:cNvPr id="45" name="Text 43"/>
          <p:cNvSpPr/>
          <p:nvPr/>
        </p:nvSpPr>
        <p:spPr>
          <a:xfrm>
            <a:off x="6236208" y="5193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36208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signals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236208" y="57424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badges, real guest reviews, a domain that only shows Elite Escape.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TARGET, FROM LAUNCH — NOT A CLAIM OF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"fixed" looks like, measured.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063240"/>
          </a:xfrm>
          <a:prstGeom prst="roundRect">
            <a:avLst>
              <a:gd name="adj" fmla="val 5373"/>
            </a:avLst>
          </a:prstGeom>
          <a:solidFill>
            <a:srgbClr val="10193F"/>
          </a:solidFill>
          <a:ln w="12700">
            <a:solidFill>
              <a:srgbClr val="24306A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routes removed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0120" y="3520440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232C5E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520440"/>
            <a:ext cx="137160" cy="128016"/>
          </a:xfrm>
          <a:prstGeom prst="roundRect">
            <a:avLst>
              <a:gd name="adj" fmla="val 50000"/>
            </a:avLst>
          </a:prstGeom>
          <a:solidFill>
            <a:srgbClr val="3FD0F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7947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goods.php, shop.php &amp; the orphan category — all gone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9976" y="1920240"/>
            <a:ext cx="3429000" cy="3063240"/>
          </a:xfrm>
          <a:prstGeom prst="roundRect">
            <a:avLst>
              <a:gd name="adj" fmla="val 5373"/>
            </a:avLst>
          </a:prstGeom>
          <a:solidFill>
            <a:srgbClr val="10193F"/>
          </a:solidFill>
          <a:ln w="12700">
            <a:solidFill>
              <a:srgbClr val="24306A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First-reply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0016" y="2697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→ 5 min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00016" y="3520440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232C5E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0016" y="3520440"/>
            <a:ext cx="2565806" cy="128016"/>
          </a:xfrm>
          <a:prstGeom prst="roundRect">
            <a:avLst>
              <a:gd name="adj" fmla="val 50000"/>
            </a:avLst>
          </a:prstGeom>
          <a:solidFill>
            <a:srgbClr val="3FD0F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37947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replies replaced by the AI concierge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1920240"/>
            <a:ext cx="3429000" cy="3063240"/>
          </a:xfrm>
          <a:prstGeom prst="roundRect">
            <a:avLst>
              <a:gd name="adj" fmla="val 5373"/>
            </a:avLst>
          </a:prstGeom>
          <a:solidFill>
            <a:srgbClr val="10193F"/>
          </a:solidFill>
          <a:ln w="12700">
            <a:solidFill>
              <a:srgbClr val="24306A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39912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pages indexed by Google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39912" y="2697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0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439912" y="3520440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232C5E"/>
          </a:solidFill>
          <a:ln/>
        </p:spPr>
      </p:sp>
      <p:sp>
        <p:nvSpPr>
          <p:cNvPr id="20" name="Shape 18"/>
          <p:cNvSpPr/>
          <p:nvPr/>
        </p:nvSpPr>
        <p:spPr>
          <a:xfrm>
            <a:off x="8439912" y="3520440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3FD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37947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de-indexed and removed at the source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80160" y="841248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60-minute audit of what's live on your domain right now.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383280"/>
          </a:xfrm>
          <a:prstGeom prst="roundRect">
            <a:avLst>
              <a:gd name="adj" fmla="val 4324"/>
            </a:avLst>
          </a:prstGeom>
          <a:solidFill>
            <a:srgbClr val="121B45"/>
          </a:solidFill>
          <a:ln w="12700">
            <a:solidFill>
              <a:srgbClr val="24306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cleanup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2926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goods.php / shop.php &amp; the orphan category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33832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content &amp; image restoration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38404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for every tour package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9976" y="1737360"/>
            <a:ext cx="3429000" cy="3520440"/>
          </a:xfrm>
          <a:prstGeom prst="roundRect">
            <a:avLst>
              <a:gd name="adj" fmla="val 4267"/>
            </a:avLst>
          </a:prstGeom>
          <a:solidFill>
            <a:srgbClr val="1C2F82"/>
          </a:solidFill>
          <a:ln w="15875">
            <a:solidFill>
              <a:srgbClr val="3FD0F0"/>
            </a:solidFill>
            <a:prstDash val="solid"/>
          </a:ln>
          <a:effectLst>
            <a:outerShdw sx="100000" sy="100000" kx="0" ky="0" algn="bl" rotWithShape="0" blurRad="228600" dist="76200" dir="5400000">
              <a:srgbClr val="2F5FE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9933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4296" y="23134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5,999 / month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54296" y="27889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27889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Foundation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54296" y="32461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32461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AI concierge — WhatsApp &amp; DM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54296" y="37033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0328" y="37033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owner dashboard, every enquiry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54296" y="41605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41605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reporting against the scoreboard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19872" y="1874520"/>
            <a:ext cx="3429000" cy="3383280"/>
          </a:xfrm>
          <a:prstGeom prst="roundRect">
            <a:avLst>
              <a:gd name="adj" fmla="val 4324"/>
            </a:avLst>
          </a:prstGeom>
          <a:solidFill>
            <a:srgbClr val="121B45"/>
          </a:solidFill>
          <a:ln w="12700">
            <a:solidFill>
              <a:srgbClr val="24306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94192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scope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94192" y="29260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50224" y="2926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Growth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94192" y="33832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50224" y="33832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automations per package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94192" y="38404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50224" y="38404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success lead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56235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3FD0F0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free audit  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inquiries@eliteescapetourism.com   ·   +971 55 575 3133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0A0F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"/>
            <a:ext cx="12191695" cy="180594"/>
          </a:xfrm>
          <a:prstGeom prst="rect">
            <a:avLst/>
          </a:prstGeom>
          <a:solidFill>
            <a:srgbClr val="0A0F2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"/>
            <a:ext cx="12191695" cy="180594"/>
          </a:xfrm>
          <a:prstGeom prst="rect">
            <a:avLst/>
          </a:prstGeom>
          <a:solidFill>
            <a:srgbClr val="0A102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12191695" cy="180594"/>
          </a:xfrm>
          <a:prstGeom prst="rect">
            <a:avLst/>
          </a:prstGeom>
          <a:solidFill>
            <a:srgbClr val="0B102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5800"/>
            <a:ext cx="12191695" cy="180594"/>
          </a:xfrm>
          <a:prstGeom prst="rect">
            <a:avLst/>
          </a:prstGeom>
          <a:solidFill>
            <a:srgbClr val="0B10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57250"/>
            <a:ext cx="12191695" cy="180594"/>
          </a:xfrm>
          <a:prstGeom prst="rect">
            <a:avLst/>
          </a:prstGeom>
          <a:solidFill>
            <a:srgbClr val="0B102B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28700"/>
            <a:ext cx="12191695" cy="180594"/>
          </a:xfrm>
          <a:prstGeom prst="rect">
            <a:avLst/>
          </a:prstGeom>
          <a:solidFill>
            <a:srgbClr val="0B112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00150"/>
            <a:ext cx="12191695" cy="180594"/>
          </a:xfrm>
          <a:prstGeom prst="rect">
            <a:avLst/>
          </a:prstGeom>
          <a:solidFill>
            <a:srgbClr val="0B112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12191695" cy="180594"/>
          </a:xfrm>
          <a:prstGeom prst="rect">
            <a:avLst/>
          </a:prstGeom>
          <a:solidFill>
            <a:srgbClr val="0B112D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543050"/>
            <a:ext cx="12191695" cy="180594"/>
          </a:xfrm>
          <a:prstGeom prst="rect">
            <a:avLst/>
          </a:prstGeom>
          <a:solidFill>
            <a:srgbClr val="0C122D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714500"/>
            <a:ext cx="12191695" cy="180594"/>
          </a:xfrm>
          <a:prstGeom prst="rect">
            <a:avLst/>
          </a:prstGeom>
          <a:solidFill>
            <a:srgbClr val="0C122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885950"/>
            <a:ext cx="12191695" cy="180594"/>
          </a:xfrm>
          <a:prstGeom prst="rect">
            <a:avLst/>
          </a:prstGeom>
          <a:solidFill>
            <a:srgbClr val="0C122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057400"/>
            <a:ext cx="12191695" cy="180594"/>
          </a:xfrm>
          <a:prstGeom prst="rect">
            <a:avLst/>
          </a:prstGeom>
          <a:solidFill>
            <a:srgbClr val="0C122F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2228850"/>
            <a:ext cx="12191695" cy="180594"/>
          </a:xfrm>
          <a:prstGeom prst="rect">
            <a:avLst/>
          </a:prstGeom>
          <a:solidFill>
            <a:srgbClr val="0C133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400300"/>
            <a:ext cx="12191695" cy="180594"/>
          </a:xfrm>
          <a:prstGeom prst="rect">
            <a:avLst/>
          </a:prstGeom>
          <a:solidFill>
            <a:srgbClr val="0D1330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71750"/>
            <a:ext cx="12191695" cy="180594"/>
          </a:xfrm>
          <a:prstGeom prst="rect">
            <a:avLst/>
          </a:prstGeom>
          <a:solidFill>
            <a:srgbClr val="0D1331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743200"/>
            <a:ext cx="12191695" cy="180594"/>
          </a:xfrm>
          <a:prstGeom prst="rect">
            <a:avLst/>
          </a:prstGeom>
          <a:solidFill>
            <a:srgbClr val="0D1431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914650"/>
            <a:ext cx="12191695" cy="180594"/>
          </a:xfrm>
          <a:prstGeom prst="rect">
            <a:avLst/>
          </a:prstGeom>
          <a:solidFill>
            <a:srgbClr val="0D1432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086100"/>
            <a:ext cx="12191695" cy="180594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257550"/>
            <a:ext cx="12191695" cy="180594"/>
          </a:xfrm>
          <a:prstGeom prst="rect">
            <a:avLst/>
          </a:prstGeom>
          <a:solidFill>
            <a:srgbClr val="0D143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3429000"/>
            <a:ext cx="12191695" cy="180594"/>
          </a:xfrm>
          <a:prstGeom prst="rect">
            <a:avLst/>
          </a:prstGeom>
          <a:solidFill>
            <a:srgbClr val="0E1534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3600450"/>
            <a:ext cx="12191695" cy="180594"/>
          </a:xfrm>
          <a:prstGeom prst="rect">
            <a:avLst/>
          </a:prstGeom>
          <a:solidFill>
            <a:srgbClr val="0E1534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771900"/>
            <a:ext cx="12191695" cy="180594"/>
          </a:xfrm>
          <a:prstGeom prst="rect">
            <a:avLst/>
          </a:prstGeom>
          <a:solidFill>
            <a:srgbClr val="0E1535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943350"/>
            <a:ext cx="12191695" cy="180594"/>
          </a:xfrm>
          <a:prstGeom prst="rect">
            <a:avLst/>
          </a:prstGeom>
          <a:solidFill>
            <a:srgbClr val="0E1536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114800"/>
            <a:ext cx="12191695" cy="180594"/>
          </a:xfrm>
          <a:prstGeom prst="rect">
            <a:avLst/>
          </a:prstGeom>
          <a:solidFill>
            <a:srgbClr val="0E1636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286250"/>
            <a:ext cx="12191695" cy="180594"/>
          </a:xfrm>
          <a:prstGeom prst="rect">
            <a:avLst/>
          </a:prstGeom>
          <a:solidFill>
            <a:srgbClr val="0E1637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457700"/>
            <a:ext cx="12191695" cy="180594"/>
          </a:xfrm>
          <a:prstGeom prst="rect">
            <a:avLst/>
          </a:prstGeom>
          <a:solidFill>
            <a:srgbClr val="0F1637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29150"/>
            <a:ext cx="12191695" cy="180594"/>
          </a:xfrm>
          <a:prstGeom prst="rect">
            <a:avLst/>
          </a:prstGeom>
          <a:solidFill>
            <a:srgbClr val="0F173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00600"/>
            <a:ext cx="12191695" cy="180594"/>
          </a:xfrm>
          <a:prstGeom prst="rect">
            <a:avLst/>
          </a:prstGeom>
          <a:solidFill>
            <a:srgbClr val="0F1739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972050"/>
            <a:ext cx="12191695" cy="180594"/>
          </a:xfrm>
          <a:prstGeom prst="rect">
            <a:avLst/>
          </a:prstGeom>
          <a:solidFill>
            <a:srgbClr val="0F1739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5143500"/>
            <a:ext cx="12191695" cy="180594"/>
          </a:xfrm>
          <a:prstGeom prst="rect">
            <a:avLst/>
          </a:prstGeom>
          <a:solidFill>
            <a:srgbClr val="0F173A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314950"/>
            <a:ext cx="12191695" cy="180594"/>
          </a:xfrm>
          <a:prstGeom prst="rect">
            <a:avLst/>
          </a:prstGeom>
          <a:solidFill>
            <a:srgbClr val="10183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486400"/>
            <a:ext cx="12191695" cy="180594"/>
          </a:xfrm>
          <a:prstGeom prst="rect">
            <a:avLst/>
          </a:prstGeom>
          <a:solidFill>
            <a:srgbClr val="10183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657850"/>
            <a:ext cx="12191695" cy="180594"/>
          </a:xfrm>
          <a:prstGeom prst="rect">
            <a:avLst/>
          </a:prstGeom>
          <a:solidFill>
            <a:srgbClr val="10183B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5829300"/>
            <a:ext cx="12191695" cy="180594"/>
          </a:xfrm>
          <a:prstGeom prst="rect">
            <a:avLst/>
          </a:prstGeom>
          <a:solidFill>
            <a:srgbClr val="10193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000750"/>
            <a:ext cx="12191695" cy="180594"/>
          </a:xfrm>
          <a:prstGeom prst="rect">
            <a:avLst/>
          </a:prstGeom>
          <a:solidFill>
            <a:srgbClr val="10193D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172200"/>
            <a:ext cx="12191695" cy="180594"/>
          </a:xfrm>
          <a:prstGeom prst="rect">
            <a:avLst/>
          </a:prstGeom>
          <a:solidFill>
            <a:srgbClr val="10193D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343650"/>
            <a:ext cx="12191695" cy="180594"/>
          </a:xfrm>
          <a:prstGeom prst="rect">
            <a:avLst/>
          </a:prstGeom>
          <a:solidFill>
            <a:srgbClr val="11193E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515100"/>
            <a:ext cx="12191695" cy="180594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86550"/>
            <a:ext cx="12191695" cy="180594"/>
          </a:xfrm>
          <a:prstGeom prst="rect">
            <a:avLst/>
          </a:prstGeom>
          <a:solidFill>
            <a:srgbClr val="111A3F"/>
          </a:solidFill>
          <a:ln/>
        </p:spPr>
      </p:sp>
      <p:sp>
        <p:nvSpPr>
          <p:cNvPr id="42" name="Shape 40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240000"/>
              <a:gd name="adj2" fmla="val 1422000"/>
            </a:avLst>
          </a:prstGeom>
          <a:ln w="190195">
            <a:solidFill>
              <a:srgbClr val="1D348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350000"/>
              <a:gd name="adj2" fmla="val 2532000"/>
            </a:avLst>
          </a:prstGeom>
          <a:ln w="190195">
            <a:solidFill>
              <a:srgbClr val="1F3E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2460000"/>
              <a:gd name="adj2" fmla="val 3642000"/>
            </a:avLst>
          </a:prstGeom>
          <a:ln w="190195">
            <a:solidFill>
              <a:srgbClr val="2148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3570000"/>
              <a:gd name="adj2" fmla="val 4752000"/>
            </a:avLst>
          </a:prstGeom>
          <a:ln w="190195">
            <a:solidFill>
              <a:srgbClr val="24529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4680000"/>
              <a:gd name="adj2" fmla="val 5862000"/>
            </a:avLst>
          </a:prstGeom>
          <a:ln w="190195">
            <a:solidFill>
              <a:srgbClr val="265CA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5790000"/>
              <a:gd name="adj2" fmla="val 6972000"/>
            </a:avLst>
          </a:prstGeom>
          <a:ln w="190195">
            <a:solidFill>
              <a:srgbClr val="2866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6900000"/>
              <a:gd name="adj2" fmla="val 8082000"/>
            </a:avLst>
          </a:prstGeom>
          <a:ln w="190195">
            <a:solidFill>
              <a:srgbClr val="2A70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8010000"/>
              <a:gd name="adj2" fmla="val 9192000"/>
            </a:avLst>
          </a:prstGeom>
          <a:ln w="190195">
            <a:solidFill>
              <a:srgbClr val="2C7AB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9120000"/>
              <a:gd name="adj2" fmla="val 10302000"/>
            </a:avLst>
          </a:prstGeom>
          <a:ln w="190195">
            <a:solidFill>
              <a:srgbClr val="2F85B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0230000"/>
              <a:gd name="adj2" fmla="val 11412000"/>
            </a:avLst>
          </a:prstGeom>
          <a:ln w="190195">
            <a:solidFill>
              <a:srgbClr val="318FC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1340000"/>
              <a:gd name="adj2" fmla="val 12522000"/>
            </a:avLst>
          </a:prstGeom>
          <a:ln w="190195">
            <a:solidFill>
              <a:srgbClr val="3399C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2450000"/>
              <a:gd name="adj2" fmla="val 13632000"/>
            </a:avLst>
          </a:prstGeom>
          <a:ln w="190195">
            <a:solidFill>
              <a:srgbClr val="35A3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3560000"/>
              <a:gd name="adj2" fmla="val 14742000"/>
            </a:avLst>
          </a:prstGeom>
          <a:ln w="190195">
            <a:solidFill>
              <a:srgbClr val="37AD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4670000"/>
              <a:gd name="adj2" fmla="val 15852000"/>
            </a:avLst>
          </a:prstGeom>
          <a:ln w="190195">
            <a:solidFill>
              <a:srgbClr val="3AB7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5780000"/>
              <a:gd name="adj2" fmla="val 16962000"/>
            </a:avLst>
          </a:prstGeom>
          <a:ln w="190195">
            <a:solidFill>
              <a:srgbClr val="3CC1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67528" y="1188720"/>
            <a:ext cx="1463040" cy="1463040"/>
          </a:xfrm>
          <a:prstGeom prst="arc">
            <a:avLst>
              <a:gd name="adj1" fmla="val 16890000"/>
              <a:gd name="adj2" fmla="val 18072000"/>
            </a:avLst>
          </a:prstGeom>
          <a:ln w="190195">
            <a:solidFill>
              <a:srgbClr val="3ECB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2000000">
            <a:off x="5455310" y="2037283"/>
            <a:ext cx="248717" cy="292608"/>
          </a:xfrm>
          <a:prstGeom prst="triangle">
            <a:avLst/>
          </a:prstGeom>
          <a:solidFill>
            <a:srgbClr val="3FD0F0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3063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ESCAPE TOURISM LLC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914400" y="35661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proposal prepared by DigitalBurj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270248" y="4343400"/>
            <a:ext cx="3657600" cy="0"/>
          </a:xfrm>
          <a:prstGeom prst="line">
            <a:avLst/>
          </a:prstGeom>
          <a:noFill/>
          <a:ln w="12700">
            <a:solidFill>
              <a:srgbClr val="2430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46177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305, Damas Dubai Tower, Rigga Al Buteen, Dubai, UAE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14400" y="4937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+971 55 575 3133   ·   inquiries@eliteescapetourism.com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DigitalBurj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Escape Tourism — Reborn</dc:title>
  <dc:subject>PptxGenJS Presentation</dc:subject>
  <dc:creator>DigitalBurj</dc:creator>
  <cp:lastModifiedBy>DigitalBurj</cp:lastModifiedBy>
  <cp:revision>1</cp:revision>
  <dcterms:created xsi:type="dcterms:W3CDTF">2026-08-14T13:29:03Z</dcterms:created>
  <dcterms:modified xsi:type="dcterms:W3CDTF">2026-08-14T13:29:03Z</dcterms:modified>
</cp:coreProperties>
</file>